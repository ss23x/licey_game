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96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78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00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59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290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7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87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1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24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51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994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6595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728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6049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525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145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51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7BE00D3-8866-4D06-9413-54CF4E8FC584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F5D0BFB-B6FD-4F52-A5F5-1DDA6EFAD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591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7367B-1985-957B-02C4-DC8BF80D3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60" y="-119380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ru-RU" sz="3200" dirty="0"/>
              <a:t>Проект </a:t>
            </a:r>
            <a:r>
              <a:rPr lang="ru-RU" sz="3200" dirty="0" err="1"/>
              <a:t>Яндекс.Лицей</a:t>
            </a:r>
            <a:br>
              <a:rPr lang="ru-RU" sz="3200" dirty="0"/>
            </a:br>
            <a:r>
              <a:rPr lang="ru-RU" sz="3200" dirty="0"/>
              <a:t>Выполнил: Смирнов Егор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D34398-8394-8ECB-25D1-B1317BF0BA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6360" y="3413563"/>
            <a:ext cx="7378621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Название игры: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Survival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Racing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Жанр: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Аркада, гонки на выживание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Цель игры: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Управляйте машиной, избегайте препятствий, собирайте улучшения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и старайтесь продержаться как можно дольше, чтобы набрать максимальное количество очков.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72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86249-528F-A3D2-947D-1AC8F8C6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1592533"/>
            <a:ext cx="8534401" cy="2281600"/>
          </a:xfrm>
        </p:spPr>
        <p:txBody>
          <a:bodyPr/>
          <a:lstStyle/>
          <a:p>
            <a:r>
              <a:rPr lang="ru-RU" b="1" i="0" dirty="0">
                <a:solidFill>
                  <a:srgbClr val="404040"/>
                </a:solidFill>
                <a:effectLst/>
                <a:latin typeface="Inter"/>
              </a:rPr>
              <a:t>Особенности игры</a:t>
            </a:r>
            <a:br>
              <a:rPr lang="ru-RU" b="1" i="0" dirty="0">
                <a:solidFill>
                  <a:srgbClr val="404040"/>
                </a:solidFill>
                <a:effectLst/>
                <a:latin typeface="Inter"/>
              </a:rPr>
            </a:br>
            <a:br>
              <a:rPr lang="ru-RU" b="0" i="0" dirty="0">
                <a:solidFill>
                  <a:srgbClr val="404040"/>
                </a:solidFill>
                <a:effectLst/>
                <a:latin typeface="Inter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30442F-916C-EDF7-5189-5A8311203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1" y="4004095"/>
            <a:ext cx="8534400" cy="1498600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rgbClr val="404040"/>
                </a:solidFill>
                <a:effectLst/>
                <a:latin typeface="Inter"/>
              </a:rPr>
              <a:t>Динамичный геймплей:</a:t>
            </a:r>
            <a:r>
              <a:rPr lang="ru-RU" sz="1600" b="0" i="0" dirty="0">
                <a:solidFill>
                  <a:srgbClr val="404040"/>
                </a:solidFill>
                <a:effectLst/>
                <a:latin typeface="Inter"/>
              </a:rPr>
              <a:t> Игрок должен быстро реагировать на появляющиеся препятствия и улучшения.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br>
              <a:rPr lang="ru-RU" sz="1600" dirty="0"/>
            </a:br>
            <a:r>
              <a:rPr lang="ru-RU" sz="1600" b="1" i="0" dirty="0">
                <a:solidFill>
                  <a:srgbClr val="404040"/>
                </a:solidFill>
                <a:effectLst/>
                <a:latin typeface="Inter"/>
              </a:rPr>
              <a:t>Система улучшений:</a:t>
            </a:r>
            <a:r>
              <a:rPr lang="ru-RU" sz="1600" b="0" i="0" dirty="0">
                <a:solidFill>
                  <a:srgbClr val="404040"/>
                </a:solidFill>
                <a:effectLst/>
                <a:latin typeface="Inter"/>
              </a:rPr>
              <a:t> Игрок может собирать улучшения, такие как ускорение и щиты, чтобы увеличить свои шансы на выживание.</a:t>
            </a:r>
          </a:p>
          <a:p>
            <a:br>
              <a:rPr lang="ru-RU" sz="1600" dirty="0"/>
            </a:br>
            <a:r>
              <a:rPr lang="ru-RU" sz="1600" b="1" i="0" dirty="0">
                <a:solidFill>
                  <a:srgbClr val="404040"/>
                </a:solidFill>
                <a:effectLst/>
                <a:latin typeface="Inter"/>
              </a:rPr>
              <a:t>Система достижений:</a:t>
            </a:r>
            <a:r>
              <a:rPr lang="ru-RU" sz="1600" b="0" i="0" dirty="0">
                <a:solidFill>
                  <a:srgbClr val="404040"/>
                </a:solidFill>
                <a:effectLst/>
                <a:latin typeface="Inter"/>
              </a:rPr>
              <a:t> В игре есть достижения, которые можно разблокировать, выполняя различные задачи (например, набор 100 очков, сбор 3 щитов и т.д.).</a:t>
            </a: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07776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7A31D-3B0E-2A70-9725-19D62CF0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200" y="1704676"/>
            <a:ext cx="8534401" cy="2281600"/>
          </a:xfrm>
        </p:spPr>
        <p:txBody>
          <a:bodyPr/>
          <a:lstStyle/>
          <a:p>
            <a:r>
              <a:rPr lang="ru-RU" b="1" i="0" dirty="0">
                <a:solidFill>
                  <a:srgbClr val="404040"/>
                </a:solidFill>
                <a:effectLst/>
                <a:latin typeface="Inter"/>
              </a:rPr>
              <a:t>Геймплей</a:t>
            </a:r>
            <a:br>
              <a:rPr lang="ru-RU" b="1" i="0" dirty="0">
                <a:solidFill>
                  <a:srgbClr val="404040"/>
                </a:solidFill>
                <a:effectLst/>
                <a:latin typeface="Inter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4AAA78-E1CC-DEC0-9153-9D83A84EA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8000" b="1" i="0" dirty="0">
                <a:solidFill>
                  <a:srgbClr val="404040"/>
                </a:solidFill>
                <a:effectLst/>
                <a:latin typeface="Inter"/>
              </a:rPr>
              <a:t>Препятствия: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 На дороге появляются случайные препятствия, которые игрок должен избегать. Скорость препятствий увеличивается с повышением уровня сложности.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8000" b="1" i="0" dirty="0">
                <a:solidFill>
                  <a:srgbClr val="404040"/>
                </a:solidFill>
                <a:effectLst/>
                <a:latin typeface="Inter"/>
              </a:rPr>
              <a:t>Улучшения: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 Игрок может собирать улучшения, такие как ускорение (увеличивает скорость машины) и щиты (защищают от столкновений).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8000" b="1" i="0" dirty="0">
                <a:solidFill>
                  <a:srgbClr val="404040"/>
                </a:solidFill>
                <a:effectLst/>
                <a:latin typeface="Inter"/>
              </a:rPr>
              <a:t>Счет: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 Игрок зарабатывает очки за каждую пройденную секунду. Чем дольше игрок выживает, тем больше очков он получает.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66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789E3-D04E-45CE-9DAA-E211893E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404040"/>
                </a:solidFill>
                <a:effectLst/>
                <a:latin typeface="Inter"/>
              </a:rPr>
              <a:t> Система достижений</a:t>
            </a:r>
            <a:br>
              <a:rPr lang="ru-RU" b="1" i="0" dirty="0">
                <a:solidFill>
                  <a:srgbClr val="404040"/>
                </a:solidFill>
                <a:effectLst/>
                <a:latin typeface="Inter"/>
              </a:rPr>
            </a:br>
            <a:br>
              <a:rPr lang="ru-RU" b="0" i="0" dirty="0">
                <a:solidFill>
                  <a:srgbClr val="404040"/>
                </a:solidFill>
                <a:effectLst/>
                <a:latin typeface="Inter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0CEE3E-CEE2-5849-A5A9-48DEC2D84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404040"/>
                </a:solidFill>
                <a:effectLst/>
                <a:latin typeface="Inter"/>
              </a:rPr>
              <a:t>First Steps:</a:t>
            </a:r>
            <a:r>
              <a:rPr lang="en-US" sz="80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Набрать 100 очков за одну игру.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404040"/>
                </a:solidFill>
                <a:effectLst/>
                <a:latin typeface="Inter"/>
              </a:rPr>
              <a:t>Shield Master:</a:t>
            </a:r>
            <a:r>
              <a:rPr lang="en-US" sz="80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Собрать 3 щита за одну игру.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404040"/>
                </a:solidFill>
                <a:effectLst/>
                <a:latin typeface="Inter"/>
              </a:rPr>
              <a:t>Speed Demon:</a:t>
            </a:r>
            <a:r>
              <a:rPr lang="en-US" sz="80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Достичь 5 уровня.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404040"/>
                </a:solidFill>
                <a:effectLst/>
                <a:latin typeface="Inter"/>
              </a:rPr>
              <a:t>Survivor:</a:t>
            </a:r>
            <a:r>
              <a:rPr lang="en-US" sz="80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Прожить 5 минут.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404040"/>
                </a:solidFill>
                <a:effectLst/>
                <a:latin typeface="Inter"/>
              </a:rPr>
              <a:t>High Scorer:</a:t>
            </a:r>
            <a:r>
              <a:rPr lang="en-US" sz="8000" b="0" i="0" dirty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ru-RU" sz="8000" b="0" i="0" dirty="0">
                <a:solidFill>
                  <a:srgbClr val="404040"/>
                </a:solidFill>
                <a:effectLst/>
                <a:latin typeface="Inter"/>
              </a:rPr>
              <a:t>Побить рекорд.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238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B2669-8919-F3D0-4994-B57FAA8EB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99" y="1571604"/>
            <a:ext cx="8534400" cy="1507067"/>
          </a:xfrm>
        </p:spPr>
        <p:txBody>
          <a:bodyPr/>
          <a:lstStyle/>
          <a:p>
            <a:r>
              <a:rPr lang="ru-RU" b="1" i="1" dirty="0">
                <a:latin typeface="Bahnschrift" panose="020B0502040204020203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6351329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232</Words>
  <Application>Microsoft Office PowerPoint</Application>
  <PresentationFormat>Широкоэкранный</PresentationFormat>
  <Paragraphs>21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Century Gothic</vt:lpstr>
      <vt:lpstr>Inter</vt:lpstr>
      <vt:lpstr>Wingdings 3</vt:lpstr>
      <vt:lpstr>Сектор</vt:lpstr>
      <vt:lpstr>Проект Яндекс.Лицей Выполнил: Смирнов Егор</vt:lpstr>
      <vt:lpstr>Особенности игры  </vt:lpstr>
      <vt:lpstr>Геймплей </vt:lpstr>
      <vt:lpstr> Система достижений 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kasha kashula</dc:creator>
  <cp:lastModifiedBy>kasha kashula</cp:lastModifiedBy>
  <cp:revision>1</cp:revision>
  <dcterms:created xsi:type="dcterms:W3CDTF">2025-02-12T20:48:24Z</dcterms:created>
  <dcterms:modified xsi:type="dcterms:W3CDTF">2025-02-12T20:54:56Z</dcterms:modified>
</cp:coreProperties>
</file>